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" Type="http://schemas.openxmlformats.org/officeDocument/2006/relationships/printerSettings" Target="printerSettings/printerSettings1.bin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Brain Tumor Semantic Segmentation with 2D U-Net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presentation covers the development and evaluation of a deep learning model for semantic segmentation of brain tumors using MRI scans from the BRATS dataset. We use a 2D U-Net architecture enhanced with transfer learning.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Dataset: BRATS (Brain Tumor Segmentation Challenge)</a:t>
            </a:r>
          </a:p>
          <a:p>
            <a:r>
              <a:t>- Data format: 3D NIfTI (.nii.gz)</a:t>
            </a:r>
          </a:p>
          <a:p>
            <a:r>
              <a:t>- Modalities: FLAIR, T1w, T1gd, T2w</a:t>
            </a:r>
          </a:p>
          <a:p>
            <a:r>
              <a:t>- Labels: 0 - Background, 1 - Edema, 2 - Non-enhancing tumor, 3 - Enhancing tumor</a:t>
            </a:r>
          </a:p>
          <a:p>
            <a:r>
              <a:t>- 484 labeled training samples, 266 test samples (unlabeled)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Task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Problem Type: Semantic segmentation</a:t>
            </a:r>
          </a:p>
          <a:p>
            <a:r>
              <a:t>- Input: 2D axial MRI slices</a:t>
            </a:r>
          </a:p>
          <a:p>
            <a:r>
              <a:t>- Output: Pixel-wise label masks (4 classes)</a:t>
            </a:r>
          </a:p>
          <a:p>
            <a:r>
              <a:t>- Objective: Accurately localize and classify tumor subregions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Preprocessing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Extract 2D axial slices containing tumors</a:t>
            </a:r>
          </a:p>
          <a:p>
            <a:r>
              <a:t>- Normalize each slice using Z-score normalization</a:t>
            </a:r>
          </a:p>
          <a:p>
            <a:r>
              <a:t>- Use lazy loading to manage memory efficiently</a:t>
            </a:r>
          </a:p>
          <a:p>
            <a:r>
              <a:t>- Convert slices to shape: (1, H, W) for CNN input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Custom PyTorch Dataset class</a:t>
            </a:r>
          </a:p>
          <a:p>
            <a:r>
              <a:t>- Load NIfTI files using nibabel</a:t>
            </a:r>
          </a:p>
          <a:p>
            <a:r>
              <a:t>- Normalize on the fly in __getitem__</a:t>
            </a:r>
          </a:p>
          <a:p>
            <a:r>
              <a:t>- Efficient slice indexing and filtering</a:t>
            </a:r>
          </a:p>
          <a:p>
            <a:r>
              <a:t>- Optional hooks for data augmentation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Visualization of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Plotted 2D MRI slices alongside segmentation masks</a:t>
            </a:r>
          </a:p>
          <a:p>
            <a:r>
              <a:t>- Used consistent color mapping (nipy_spectral)</a:t>
            </a:r>
          </a:p>
          <a:p>
            <a:r>
              <a:t>- Ensured masks are correctly aligned with inputs</a:t>
            </a:r>
          </a:p>
          <a:p>
            <a:r>
              <a:t>- Aids in verifying dataset integrity before training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Architecture: 2D U-Net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Encoder-decoder structure</a:t>
            </a:r>
          </a:p>
          <a:p>
            <a:r>
              <a:t>- Encoder: Convolutions + max pooling</a:t>
            </a:r>
          </a:p>
          <a:p>
            <a:r>
              <a:t>- Decoder: Transposed convolutions + skip connections</a:t>
            </a:r>
          </a:p>
          <a:p>
            <a:r>
              <a:t>- Final layer: 1x1 conv for class prediction</a:t>
            </a:r>
          </a:p>
          <a:p>
            <a:r>
              <a:t>- Output shape: (batch_size, 4, H, W)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Transfer Learning with ResNet Encoder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Used segmentation_models.pytorch (SMP) library</a:t>
            </a:r>
          </a:p>
          <a:p>
            <a:r>
              <a:t>- Encoder: Pretrained ResNet34 on ImageNet</a:t>
            </a:r>
          </a:p>
          <a:p>
            <a:r>
              <a:t>- Input channels adjusted for grayscale MRI</a:t>
            </a:r>
          </a:p>
          <a:p>
            <a:r>
              <a:t>- Benefits: faster convergence, improved generalization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 Configuration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Loss: CrossEntropyLoss (multi-class)</a:t>
            </a:r>
          </a:p>
          <a:p>
            <a:r>
              <a:t>- Optimizer: Adam</a:t>
            </a:r>
          </a:p>
          <a:p>
            <a:r>
              <a:t>- Learning rate: 1e-3, batch size: 8</a:t>
            </a:r>
          </a:p>
          <a:p>
            <a:r>
              <a:t>- Training for 10+ epochs</a:t>
            </a:r>
          </a:p>
          <a:p>
            <a:r>
              <a:t>- Run on GPU if available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Split dataset 80/20 into training and validation</a:t>
            </a:r>
          </a:p>
          <a:p>
            <a:r>
              <a:t>- Validation set used only for evaluation</a:t>
            </a:r>
          </a:p>
          <a:p>
            <a:r>
              <a:t>- Dice score monitored to check generalization</a:t>
            </a:r>
          </a:p>
          <a:p>
            <a:r>
              <a:t>- Helps guide early stopping and model tuning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Early Stopping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Monitors validation Dice score</a:t>
            </a:r>
          </a:p>
          <a:p>
            <a:r>
              <a:t>- Stops training if no improvement for 5 epochs</a:t>
            </a:r>
          </a:p>
          <a:p>
            <a:r>
              <a:t>- Prevents overfitting and wasted compute</a:t>
            </a:r>
          </a:p>
          <a:p>
            <a:r>
              <a:t>- Custom early stopping callback implemented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Evaluation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Dice Score (per class and average)</a:t>
            </a:r>
          </a:p>
          <a:p>
            <a:r>
              <a:t>- Pixel accuracy: correct pixels / total pixels</a:t>
            </a:r>
          </a:p>
          <a:p>
            <a:r>
              <a:t>- Optional: confusion matrix to analyze misclassifications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Visualizing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Compare original image, ground truth, and prediction</a:t>
            </a:r>
          </a:p>
          <a:p>
            <a:r>
              <a:t>- Helps qualitatively assess performance</a:t>
            </a:r>
          </a:p>
          <a:p>
            <a:r>
              <a:t>- Highlights failure modes or strong segmentation results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Saving and 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Save path: models/unet2d_final.pth</a:t>
            </a:r>
          </a:p>
          <a:p>
            <a:r>
              <a:t>- Format: model.state_dict() in PyTorch</a:t>
            </a:r>
          </a:p>
          <a:p>
            <a:r>
              <a:t>- Supports reproducibility and fine-tuning</a:t>
            </a:r>
          </a:p>
          <a:p>
            <a:r>
              <a:t>- Can reload model for inference or continued training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of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Average Dice Score ~0.78 (variable)</a:t>
            </a:r>
          </a:p>
          <a:p>
            <a:r>
              <a:t>- Enhancing tumor class performed best</a:t>
            </a:r>
          </a:p>
          <a:p>
            <a:r>
              <a:t>- Challenges: class imbalance, similar textures</a:t>
            </a:r>
          </a:p>
          <a:p>
            <a:r>
              <a:t>- 2D U-Net with transfer learning performs well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Upgrade to 3D U-Net for volumetric context</a:t>
            </a:r>
          </a:p>
          <a:p>
            <a:r>
              <a:t>- Use all modalities as multi-channel input</a:t>
            </a:r>
          </a:p>
          <a:p>
            <a:r>
              <a:t>- Integrate data augmentation (elastic transforms, flips)</a:t>
            </a:r>
          </a:p>
          <a:p>
            <a:r>
              <a:t>- Test other pretrained encoders (e.g., EfficientNet)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 and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BRATS: https://www.med.upenn.edu/sbia/brats2017.html</a:t>
            </a:r>
          </a:p>
          <a:p>
            <a:r>
              <a:t>- SMP: https://github.com/qubvel/segmentation_models.pytorch</a:t>
            </a:r>
          </a:p>
          <a:p>
            <a:r>
              <a:t>- PyTorch: https://pytorch.org</a:t>
            </a:r>
          </a:p>
          <a:p>
            <a:r>
              <a:t>- Nibabel: https://nipy.org/nibabel</a:t>
            </a:r>
          </a:p>
          <a:p>
            <a:r>
              <a:t>- BRATS Paper: https://www.nature.com/articles/s41467-022-30695-9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