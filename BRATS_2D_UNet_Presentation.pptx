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76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8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3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499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87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1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7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3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5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4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0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8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0462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Brain Tumor Semantic Segmentation with 2D U-Net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CE34A3-913B-61D9-89A8-48881DD91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574484"/>
            <a:ext cx="8229600" cy="551679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dirty="0"/>
              <a:t>Adrian-Valentin Ciu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F8A9-DCCD-FFFA-E3E5-A47530849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segmentation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This presentation covers the development and evaluation of a deep learning model for semantic segmentation of brain tumors using MRI scans from the BRATS dataset. </a:t>
            </a:r>
            <a:r>
              <a:rPr lang="en-US" sz="2200" dirty="0"/>
              <a:t>I</a:t>
            </a:r>
            <a:r>
              <a:rPr sz="2200" dirty="0"/>
              <a:t> use a 2D U-Net architectur</a:t>
            </a:r>
            <a:r>
              <a:rPr lang="en-US" sz="2200" dirty="0"/>
              <a:t>e.</a:t>
            </a: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38982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BRATS (Brain Tumor Segmentation Challenge)</a:t>
            </a:r>
          </a:p>
          <a:p>
            <a:r>
              <a:t>- Data format: 3D NIfTI (.nii.gz)</a:t>
            </a:r>
          </a:p>
          <a:p>
            <a:r>
              <a:t>- Modalities: FLAIR, T1w, T1gd, T2w</a:t>
            </a:r>
          </a:p>
          <a:p>
            <a:r>
              <a:t>- Labels: 0 - Background, 1 - Edema, 2 - Non-enhancing tumor, 3 - Enhancing tumor</a:t>
            </a:r>
          </a:p>
          <a:p>
            <a:r>
              <a:t>- 484 labeled training samples, 266 test samples (unlabeled)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Type: Semantic segmentation</a:t>
            </a:r>
          </a:p>
          <a:p>
            <a:r>
              <a:t>- Input: 2D axial MRI slices</a:t>
            </a:r>
          </a:p>
          <a:p>
            <a:r>
              <a:t>- Output: Pixel-wise label masks (4 classes)</a:t>
            </a:r>
          </a:p>
          <a:p>
            <a:r>
              <a:t>- Objective: Accurately localize and classify tumor subregions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 2D axial slices containing tumors</a:t>
            </a:r>
          </a:p>
          <a:p>
            <a:r>
              <a:t>- Normalize each slice using Z-score normalization</a:t>
            </a:r>
          </a:p>
          <a:p>
            <a:r>
              <a:t>- Use lazy loading to manage memory efficiently</a:t>
            </a:r>
          </a:p>
          <a:p>
            <a:r>
              <a:t>- Convert slices to shape: (1, H, W) for CNN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 PyTorch Dataset class</a:t>
            </a:r>
          </a:p>
          <a:p>
            <a:r>
              <a:t>- Load NIfTI files using nibabel</a:t>
            </a:r>
          </a:p>
          <a:p>
            <a:r>
              <a:t>- Normalize on the fly in __getitem__</a:t>
            </a:r>
          </a:p>
          <a:p>
            <a:r>
              <a:t>- Efficient slice indexing and filtering</a:t>
            </a:r>
          </a:p>
          <a:p>
            <a:r>
              <a:t>- Optional hooks for data augmentation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of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Plotted 2D MRI slices alongside segmentation masks</a:t>
            </a:r>
          </a:p>
          <a:p>
            <a:r>
              <a:t>- Used consistent color mapping (nipy_spectral)</a:t>
            </a:r>
          </a:p>
          <a:p>
            <a:r>
              <a:t>- Ensured masks are correctly aligned with inputs</a:t>
            </a:r>
          </a:p>
          <a:p>
            <a:r>
              <a:t>- Aids in verifying dataset integrity before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Architecture: </a:t>
            </a:r>
            <a:br>
              <a:rPr lang="en-US" dirty="0"/>
            </a:br>
            <a:r>
              <a:rPr dirty="0"/>
              <a:t>2D U-Net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Encoder-decoder structure</a:t>
            </a:r>
          </a:p>
          <a:p>
            <a:r>
              <a:t>- Encoder: Convolutions + max pooling</a:t>
            </a:r>
          </a:p>
          <a:p>
            <a:r>
              <a:t>- Decoder: Transposed convolutions + skip connections</a:t>
            </a:r>
          </a:p>
          <a:p>
            <a:r>
              <a:t>- Final layer: 1x1 conv for class prediction</a:t>
            </a:r>
          </a:p>
          <a:p>
            <a:r>
              <a:t>- Output shape: (batch_size, 4, H, 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Transfer Learning with ResNet 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segmentation_models.pytorch (SMP) library</a:t>
            </a:r>
          </a:p>
          <a:p>
            <a:r>
              <a:t>- Encoder: Pretrained ResNet34 on ImageNet</a:t>
            </a:r>
          </a:p>
          <a:p>
            <a:r>
              <a:t>- Input channels adjusted for grayscale MRI</a:t>
            </a:r>
          </a:p>
          <a:p>
            <a:r>
              <a:t>- Benefits: faster convergence, improved generalization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Loss: </a:t>
            </a:r>
            <a:r>
              <a:rPr dirty="0" err="1"/>
              <a:t>CrossEntropyLoss</a:t>
            </a:r>
            <a:r>
              <a:rPr dirty="0"/>
              <a:t> (multi-class)</a:t>
            </a:r>
          </a:p>
          <a:p>
            <a:r>
              <a:rPr dirty="0"/>
              <a:t>- Optimizer: Adam</a:t>
            </a:r>
          </a:p>
          <a:p>
            <a:r>
              <a:rPr dirty="0"/>
              <a:t>- Learning rate: 1e-3, batch size: 8</a:t>
            </a:r>
          </a:p>
          <a:p>
            <a:r>
              <a:rPr dirty="0"/>
              <a:t>- Training for </a:t>
            </a:r>
            <a:r>
              <a:rPr lang="en-US" dirty="0"/>
              <a:t>3</a:t>
            </a:r>
            <a:r>
              <a:rPr dirty="0"/>
              <a:t>+ epochs</a:t>
            </a:r>
          </a:p>
          <a:p>
            <a:r>
              <a:rPr dirty="0"/>
              <a:t>- Run on GPU if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Split dataset </a:t>
            </a:r>
            <a:r>
              <a:rPr lang="en-US" dirty="0"/>
              <a:t>70</a:t>
            </a:r>
            <a:r>
              <a:rPr dirty="0"/>
              <a:t>/</a:t>
            </a:r>
            <a:r>
              <a:rPr lang="en-US" dirty="0"/>
              <a:t>15/15</a:t>
            </a:r>
            <a:r>
              <a:rPr dirty="0"/>
              <a:t> into training</a:t>
            </a:r>
            <a:r>
              <a:rPr lang="en-US" dirty="0"/>
              <a:t>, </a:t>
            </a:r>
            <a:r>
              <a:rPr dirty="0"/>
              <a:t>validation</a:t>
            </a:r>
            <a:r>
              <a:rPr lang="en-US" dirty="0"/>
              <a:t> and test</a:t>
            </a:r>
            <a:endParaRPr dirty="0"/>
          </a:p>
          <a:p>
            <a:r>
              <a:rPr dirty="0"/>
              <a:t>- </a:t>
            </a:r>
            <a:r>
              <a:rPr lang="en-US" dirty="0"/>
              <a:t>Test</a:t>
            </a:r>
            <a:r>
              <a:rPr dirty="0"/>
              <a:t> set used only for evaluation</a:t>
            </a:r>
          </a:p>
          <a:p>
            <a:r>
              <a:rPr dirty="0"/>
              <a:t>- Dice score monitored to check generalization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Stopping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Monitors validation Dice score</a:t>
            </a:r>
          </a:p>
          <a:p>
            <a:r>
              <a:rPr dirty="0"/>
              <a:t>- Stops training if no improvement for 5 epochs</a:t>
            </a:r>
          </a:p>
          <a:p>
            <a:r>
              <a:rPr dirty="0"/>
              <a:t>- Prevents overfitting and wasted compute</a:t>
            </a:r>
          </a:p>
          <a:p>
            <a:r>
              <a:rPr dirty="0"/>
              <a:t>- Custom early stopping callback implemented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Dice Score (per class and average)</a:t>
            </a:r>
          </a:p>
          <a:p>
            <a:r>
              <a:t>- Pixel accuracy: correct pixels / total pixels</a:t>
            </a:r>
          </a:p>
          <a:p>
            <a:r>
              <a:t>- Optional: confusion matrix to analyze misclassifications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Compare original image, ground truth, and prediction</a:t>
            </a:r>
          </a:p>
          <a:p>
            <a:r>
              <a:t>- Helps qualitatively assess performance</a:t>
            </a:r>
          </a:p>
          <a:p>
            <a:r>
              <a:t>- Highlights failure modes or strong segmentation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Saving and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Save path: models/unet2d_final.pth</a:t>
            </a:r>
          </a:p>
          <a:p>
            <a:r>
              <a:t>- Format: model.state_dict() in PyTorch</a:t>
            </a:r>
          </a:p>
          <a:p>
            <a:r>
              <a:t>- Supports reproducibility and fine-tuning</a:t>
            </a:r>
          </a:p>
          <a:p>
            <a:r>
              <a:t>- Can reload model for inference or continued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Average Dice Score ~0.78 (variable)</a:t>
            </a:r>
          </a:p>
          <a:p>
            <a:r>
              <a:t>- Enhancing tumor class performed best</a:t>
            </a:r>
          </a:p>
          <a:p>
            <a:r>
              <a:t>- Challenges: class imbalance, similar textures</a:t>
            </a:r>
          </a:p>
          <a:p>
            <a:r>
              <a:t>- 2D U-Net with transfer learning performs well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Upgrade to 3D U-Net for volumetric context</a:t>
            </a:r>
          </a:p>
          <a:p>
            <a:r>
              <a:t>- Use all modalities as multi-channel input</a:t>
            </a:r>
          </a:p>
          <a:p>
            <a:r>
              <a:t>- Integrate data augmentation (elastic transforms, flips)</a:t>
            </a:r>
          </a:p>
          <a:p>
            <a:r>
              <a:t>- Test other pretrained encoders (e.g., EfficientNet)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and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BRATS: https://www.med.upenn.edu/sbia/brats2017.html</a:t>
            </a:r>
          </a:p>
          <a:p>
            <a:r>
              <a:t>- SMP: https://github.com/qubvel/segmentation_models.pytorch</a:t>
            </a:r>
          </a:p>
          <a:p>
            <a:r>
              <a:t>- PyTorch: https://pytorch.org</a:t>
            </a:r>
          </a:p>
          <a:p>
            <a:r>
              <a:t>- Nibabel: https://nipy.org/nibabel</a:t>
            </a:r>
          </a:p>
          <a:p>
            <a:r>
              <a:t>- BRATS Paper: https://www.nature.com/articles/s41467-022-30695-9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</TotalTime>
  <Words>667</Words>
  <Application>Microsoft Office PowerPoint</Application>
  <PresentationFormat>On-screen Show (4:3)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Gill Sans MT</vt:lpstr>
      <vt:lpstr>Parcel</vt:lpstr>
      <vt:lpstr>Brain Tumor Semantic Segmentation with 2D U-Net</vt:lpstr>
      <vt:lpstr>semantic segmentation</vt:lpstr>
      <vt:lpstr>Dataset Overview</vt:lpstr>
      <vt:lpstr>Task Definition</vt:lpstr>
      <vt:lpstr>Preprocessing Strategy</vt:lpstr>
      <vt:lpstr>Dataset Implementation</vt:lpstr>
      <vt:lpstr>Visualization of Samples</vt:lpstr>
      <vt:lpstr>Model Architecture:  2D U-Net</vt:lpstr>
      <vt:lpstr>Transfer Learning with ResNet Encoder</vt:lpstr>
      <vt:lpstr>Training Configuration</vt:lpstr>
      <vt:lpstr>Validation Strategy</vt:lpstr>
      <vt:lpstr>Early Stopping</vt:lpstr>
      <vt:lpstr>Model Evaluation Metrics</vt:lpstr>
      <vt:lpstr>Visualizing Predictions</vt:lpstr>
      <vt:lpstr>Model Saving and Loading</vt:lpstr>
      <vt:lpstr>Summary of Results</vt:lpstr>
      <vt:lpstr>Future Work</vt:lpstr>
      <vt:lpstr>References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Adrian Ciu</cp:lastModifiedBy>
  <cp:revision>7</cp:revision>
  <dcterms:created xsi:type="dcterms:W3CDTF">2013-01-27T09:14:16Z</dcterms:created>
  <dcterms:modified xsi:type="dcterms:W3CDTF">2025-05-25T20:32:12Z</dcterms:modified>
  <cp:category/>
</cp:coreProperties>
</file>